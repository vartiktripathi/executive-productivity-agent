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75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-36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A8DCC-622C-454D-804C-47BD8100DFE2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437B42-62CC-4229-BCBC-9D731BE5B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920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Productivity Agent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a VP's messy week into one reconciled daily brief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AIONOS Agentic AI Factory — Assignment 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HARD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VP's real commitments live scattered across meetings, email, calendars, and voice notes — not one inbox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commitment gets re-stated, and re-dated, multiple times as the week moves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items have no clear owner, and guessing wrong is worse than flagging it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useful agent must reconcile all of this into one trustworthy view, not just list every mention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6F6F4"/>
          </a:solidFill>
          <a:ln w="12700">
            <a:solidFill>
              <a:srgbClr val="E2E2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45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transcript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Sync, Mon 21 Sep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73736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6F6F4"/>
          </a:solidFill>
          <a:ln w="12700">
            <a:solidFill>
              <a:srgbClr val="E2E2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1874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45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Arjun, Neha, Raghav, Divya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6F6F4"/>
          </a:solidFill>
          <a:ln w="12700">
            <a:solidFill>
              <a:srgbClr val="E2E2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874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45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threads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messages total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15400" y="173736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6F6F4"/>
          </a:solidFill>
          <a:ln w="12700">
            <a:solidFill>
              <a:srgbClr val="E2E2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15400" y="1874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45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notes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Arjun's own dictated reminders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480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information outside the supplied data pack was used or invented.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65960" cy="1188720"/>
          </a:xfrm>
          <a:prstGeom prst="roundRect">
            <a:avLst>
              <a:gd name="adj" fmla="val 6923"/>
            </a:avLst>
          </a:prstGeom>
          <a:solidFill>
            <a:srgbClr val="F6F6F4"/>
          </a:solidFill>
          <a:ln w="12700">
            <a:solidFill>
              <a:srgbClr val="E2E2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210312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70632" y="2103120"/>
            <a:ext cx="1965960" cy="1188720"/>
          </a:xfrm>
          <a:prstGeom prst="roundRect">
            <a:avLst>
              <a:gd name="adj" fmla="val 6923"/>
            </a:avLst>
          </a:prstGeom>
          <a:solidFill>
            <a:srgbClr val="F6F6F4"/>
          </a:solidFill>
          <a:ln w="12700">
            <a:solidFill>
              <a:srgbClr val="E2E2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70632" y="210312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36592" y="210312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992624" y="2103120"/>
            <a:ext cx="1965960" cy="1188720"/>
          </a:xfrm>
          <a:prstGeom prst="roundRect">
            <a:avLst>
              <a:gd name="adj" fmla="val 6923"/>
            </a:avLst>
          </a:prstGeom>
          <a:solidFill>
            <a:srgbClr val="B4541F"/>
          </a:solidFill>
          <a:ln w="12700">
            <a:solidFill>
              <a:srgbClr val="E2E2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92624" y="210312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58584" y="210312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214616" y="2103120"/>
            <a:ext cx="1965960" cy="1188720"/>
          </a:xfrm>
          <a:prstGeom prst="roundRect">
            <a:avLst>
              <a:gd name="adj" fmla="val 6923"/>
            </a:avLst>
          </a:prstGeom>
          <a:solidFill>
            <a:srgbClr val="F6F6F4"/>
          </a:solidFill>
          <a:ln w="12700">
            <a:solidFill>
              <a:srgbClr val="E2E2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14616" y="210312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210312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36608" y="2103120"/>
            <a:ext cx="1965960" cy="1188720"/>
          </a:xfrm>
          <a:prstGeom prst="roundRect">
            <a:avLst>
              <a:gd name="adj" fmla="val 6923"/>
            </a:avLst>
          </a:prstGeom>
          <a:solidFill>
            <a:srgbClr val="F6F6F4"/>
          </a:solidFill>
          <a:ln w="12700">
            <a:solidFill>
              <a:srgbClr val="E2E2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36608" y="210312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/ Q&amp;A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749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— load every raw source as-is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— pull candidate commitments: who said it, to whom, promised date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 — cluster mentions of the same action; most recent statement wins, earlier ones kept as a slip trail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— assign owner only on an explicit first-person commitment; hedged language routes to "unclear"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/ Q&amp;A — reconciled store powers the daily brief and answers direct questions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VENDOR LIST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deduplication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Appears in 3 different sources — treated as ONE action, not three.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Sync, Mon 9:35 AM — "I told Raghav I'd send... by end of day tomorrow"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Mon 5:40 PM — "will send first thing tomorrow morning"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Tue 6:30 PM — "will send by tomorrow (Wednesday) morning for sure"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note, Mon 6:40 PM — "need to get Raghav that vendor list... remind me"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one action, due Wed AM, with 3 recorded slips as an audit trail.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MUMBAI LEASE RENEWAL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refusing to guess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Raghav: "Not sure whose desk that's on right now"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Divya: "I think that's supposed to be Facilities" — a guess, not a confirmation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Divya (later): "I believe this typically sits with Facilities... not us"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Arjun himself, in the sync: "Flag it, don't assume"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candidate owner is hedged — so the agent escalates instead of assigning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LOGIC ACTUALLY RESTS 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decisions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statement wins, but superseded ones stay visible — the slip count is itself a signal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is only assigned on an explicit first-person commitment or acceptance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notes are treated as the user's own commitments, never as third-party instructions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agent's "now" is a settable clock, so the same data produces a different brief depending on the day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answer in Q&amp;A carries a source citation — no free-generated claims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LOOKS LIKE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5798" y="1389888"/>
            <a:ext cx="10515600" cy="4572000"/>
          </a:xfrm>
          <a:prstGeom prst="roundRect">
            <a:avLst>
              <a:gd name="adj" fmla="val 1600"/>
            </a:avLst>
          </a:prstGeom>
          <a:solidFill>
            <a:srgbClr val="F6F6F4"/>
          </a:solidFill>
          <a:ln w="12700">
            <a:solidFill>
              <a:srgbClr val="E2E2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38176" y="2247900"/>
            <a:ext cx="8820150" cy="39159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Live: vartiktripathi.github.io/executive-productivity-agent</a:t>
            </a:r>
            <a:endParaRPr lang="en-US" sz="13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34" y="1319402"/>
            <a:ext cx="10769863" cy="4624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next steps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Rules-based reconciliation — works well on this data pack, would need LLM-assisted extraction for messier real inboxes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integration yet — reads a fixed data pack, not a real calendar/email account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connect real Gmail/Calendar via API, add push notifications for overdue items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let ownership disputes trigger an actual nudge to the unconfirmed owner, not just a flag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Productivity Agent — AIONOS Agentic AI Factory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5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github.com/vartiktripathi/executive-productivity-agent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607</Words>
  <Application>Microsoft Office PowerPoint</Application>
  <PresentationFormat>Custom</PresentationFormat>
  <Paragraphs>84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CENTER LAB-3</cp:lastModifiedBy>
  <cp:revision>2</cp:revision>
  <dcterms:created xsi:type="dcterms:W3CDTF">2026-09-18T06:59:14Z</dcterms:created>
  <dcterms:modified xsi:type="dcterms:W3CDTF">2026-09-18T07:54:37Z</dcterms:modified>
</cp:coreProperties>
</file>